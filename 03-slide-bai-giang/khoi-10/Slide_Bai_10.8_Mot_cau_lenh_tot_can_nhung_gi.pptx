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4BF54C7B-628E-BC20-F026-B9BCE32062C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hẩn đoán và sửa câu lệnh" id="{E52D3C2F-5C3C-3055-880C-E182F3A94977}">
          <p14:sldIdLst>
            <p14:sldId id="266"/>
            <p14:sldId id="267"/>
            <p14:sldId id="268"/>
            <p14:sldId id="269"/>
          </p14:sldIdLst>
        </p14:section>
        <p14:section name="Tổng kết" id="{D343DD72-F779-3BAE-92F7-FF44CBCD8692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B35C7-5DE4-426F-80A5-48080BA9CBDF}" v="1" dt="2026-10-10T03:28:54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28:54.854" v="1"/>
      <pc:docMkLst>
        <pc:docMk/>
      </pc:docMkLst>
      <pc:sldChg chg="modSp mod">
        <pc:chgData name="Phạm Văn Tú" userId="67199c852bdd6d1b" providerId="LiveId" clId="{CB377567-0116-4044-BB7C-6E46B7A5C596}" dt="2026-10-10T03:28:38.914" v="0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28:38.914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28:54.854" v="1"/>
        <pc:sldMkLst>
          <pc:docMk/>
          <pc:sldMk cId="242841004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58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Phiếu chẩn đoán câu lệnh, Bảng kiểm, Phiếu ra cửa. Bài này làm trên giấy, chưa cần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lệnh là lời yêu cầu em gửi cho công cụ AI tạo sinh.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(5 phút). Tình huống giả định. Kết luận: khác nhau ở câu lệnh. Máy không đoán được điều em không nói.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(14 phút). Ví dụ: “Giải thích hiệu ứng nhà kính để em trình bày 2 phút trước lớp”.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ghi bảng này vào vở. Hai slide sau đi vào ví dụ từng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Bối cảnh chỉ cần thông tin chung về lớp, môn, trình độ. Không cần tên, trường, địa chỉ.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Tiêu chí kiểm tra giúp chính em biết kết quả đã đạt chưa.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Nối với Bài 10.3: dữ liệu cá nhân được pháp luật bảo vệ. Thứ đã gửi lên công cụ trực tuyến thì khó lấy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Dễ nhầm: “câu lệnh càng dài càng tốt”. Với một câu hỏi tra nghĩa của từ, chỉ cần mục tiêu và bối cảnh.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Giáo viên làm mẫu với câu lệnh của Hân: thiếu mục tiêu “để làm gì”, bối cảnh, ràng buộc, định dạng.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Phát Phiếu chẩn đoán.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các câu lệnh trong Phiếu chẩn đoán của kế hoạch bài dạy.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 phiếu hoặc cho học sinh giữ để dùng ở Bài 10.9.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kiểm rút gọn; bản đầy đủ ở Tài liệu học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Không cho điểm. Gợi ý câu 2: thiếu mục tiêu để làm gì, bối cảnh người đọc, giọng văn, định dạng. Giao nhiệm vụ: mang câu lệnh đã viết đến tiết thực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2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10.8 · Một câu lệnh tốt cần những gì?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Một câu lệnh tốt cần những gì?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10.8 · Chuyên đề 10.3: Ứng dụng AI và kĩ năng đặt câu lệnh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sáu yêu cầu của một câu lệnh tốt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Chẩn đoán</a:t>
            </a:r>
            <a:r>
              <a:rPr lang="en-US" sz="2800" dirty="0">
                <a:solidFill>
                  <a:schemeClr val="tx1"/>
                </a:solidFill>
              </a:rPr>
              <a:t> một câu lệnh đang thiếu gì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Viết lại</a:t>
            </a:r>
            <a:r>
              <a:rPr lang="en-US" sz="2800" dirty="0">
                <a:solidFill>
                  <a:schemeClr val="tx1"/>
                </a:solidFill>
              </a:rPr>
              <a:t> câu lệnh cho đủ và an toàn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Hân và Phúc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14'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Sáu yêu cầu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21'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Chẩn đoán và sửa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bạn, một đề bài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Hân gõ: “Viết về hiệu ứng nhà kính”. Máy trả về 600 chữ, khó dùng.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Phúc gõ một câu lệnh có vai trò, bối cảnh, giới hạn 150 chữ, trình bày 3 gạch đầu dòng. Kết quả dùng được ngay.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Phúc không dùng công cụ tốt hơn. Vậy bạn ấy hơn ở điểm nào?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Yêu cầu quan trọng nhất: mục tiêu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Làm gì?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Tóm tắt, giải thích, góp ý, đặt câu hỏi...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Để làm gì?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Để ôn tập, để thuyết trình, để hiểu một khái niệm...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Thiếu mục tiêu, các yêu cầu khác không cứu được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Sáu yêu cầu, sáu câu hỏi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Yêu cầu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Câu hỏi nó trả lời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1. Mục tiêu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Làm gì, để làm gì?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2. Bối cảnh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Cho ai, trong hoàn cảnh nào?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3. Vai trò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AI đóng vai ai?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4. Ràng buộc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Giới hạn nào phải giữ?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5. Định dạng đầu ra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Trình bày thế nào?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6. Tiêu chí kiểm tra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Thế nào là đạt?</a:t>
                      </a:r>
                      <a:endParaRPr lang="en-US" sz="24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Bối cảnh, vai trò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Bối cảnh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“Em là học sinh lớp 10, mới học bài này lần đầu.”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Vai trò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“Hãy đóng vai một giáo viên Địa lí kiên nhẫn.”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Máy điều chỉnh độ khó và giọng văn theo hai thông tin này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Ràng buộc, định dạng, tiêu chí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Ràng buộc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“Không quá 150 chữ, chỉ dùng kiến thức lớp 10.”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Định dạng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“Trình bày thành 3 gạch đầu dòng.”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Tiêu chí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“Mỗi ý có một ví dụ gần gũi.”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Yêu cầu thứ bảy: an toàn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Không đưa vào câu lệnh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Họ tên, số điện thoại, địa chỉ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Ảnh, điểm số của người khác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Mật khẩu, mã xác thực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Thay bằng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“Một học sinh lớp 10”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“Bạn A”, “bạn B”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Bỏ hẳn, không cần cho việc học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Câu lệnh tốt là đủ, không phải dài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Dài mà thiếu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Kể lể nhiều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Không nói rõ cần gì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Máy vẫn phải đoán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Ngắn mà đủ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Có mục tiêu rõ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Thêm đúng yêu cầu cần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Máy không phải đoán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Việc đơn giản không cần đủ cả sáu yêu cầu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Chẩn đoán một câu lệnh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Đọc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câu lệnh và kết quả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04038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2900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52044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Soát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thiếu yêu cầu nào trong sáu?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2074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0080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Sửa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bổ sung đúng chỗ thiếu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80110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8972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28116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Soát an toàn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có dữ liệu cá nhân không?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Chẩn đoán và sửa câu lệnh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21 phút · Làm việc theo cặp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1: câu lệnh này thiếu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9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Chẩn đoán ba câu lệnh trên phiếu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Đánh dấu yêu cầu đã có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Ghi tên yêu cầu còn thiếu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Đoán: kết quả sẽ khó dùng ở chỗ nào?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Ví dụ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“Cho mình đề cương ôn Sử.” Thiếu: bài nào, cho ai, dài bao nhiêu, trình bày thế nào.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2: viết lại cho đủ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12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Chọn một câu lệnh, viết lại rồi đổi phiếu cho cặp bên cạnh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Viết lại, gạch chân từng yêu cầu đã thêm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Soát an toàn: không có dữ liệu cá nhân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Cặp bạn dùng Bảng kiểm để nhận xét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Lưu 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Chưa cần chạy trên máy. Tiết sau em sẽ dùng chính câu lệnh này để thực hành.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Bảng kiểm trước khi gửi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Đã nói rõ làm gì, để làm gì?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195060" y="155448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77940" y="202311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77940" y="202311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155180" y="162763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Đã cho biết bối cảnh?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Đã nêu giới hạn và định dạng?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195060" y="3314700"/>
            <a:ext cx="5417820" cy="1531620"/>
          </a:xfrm>
          <a:prstGeom prst="roundRect">
            <a:avLst>
              <a:gd name="adj" fmla="val 71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77940" y="378333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77940" y="378333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155180" y="3387852"/>
            <a:ext cx="4320540" cy="138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Đã bỏ hết dữ liệu cá nhân?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Mười giây soát lại tiết kiệm nhiều lần hỏi lại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Sáu yêu cầu: </a:t>
            </a:r>
            <a:r>
              <a:rPr lang="en-US" sz="3200" b="1" dirty="0">
                <a:solidFill>
                  <a:schemeClr val="tx2"/>
                </a:solidFill>
              </a:rPr>
              <a:t>mục tiêu, bối cảnh, vai trò, ràng buộc, định dạng, tiêu chí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Mục tiêu</a:t>
            </a:r>
            <a:r>
              <a:rPr lang="en-US" sz="3200" dirty="0">
                <a:solidFill>
                  <a:schemeClr val="tx1"/>
                </a:solidFill>
              </a:rPr>
              <a:t> là quan trọng nhất: làm gì và để làm gì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 toàn</a:t>
            </a:r>
            <a:r>
              <a:rPr lang="en-US" sz="3200" dirty="0">
                <a:solidFill>
                  <a:schemeClr val="tx1"/>
                </a:solidFill>
              </a:rPr>
              <a:t>: không đưa dữ liệu cá nhân vào câu lệnh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Câu lệnh tốt là </a:t>
            </a:r>
            <a:r>
              <a:rPr lang="en-US" sz="3200" b="1" dirty="0">
                <a:solidFill>
                  <a:schemeClr val="tx2"/>
                </a:solidFill>
              </a:rPr>
              <a:t>đủ</a:t>
            </a:r>
            <a:r>
              <a:rPr lang="en-US" sz="3200" dirty="0">
                <a:solidFill>
                  <a:schemeClr val="tx1"/>
                </a:solidFill>
              </a:rPr>
              <a:t>, không phải dài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Kể tên ít nhất bốn yêu cầu của một câu lệnh tốt và câu hỏi mà mỗi yêu cầu trả lời.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Câu lệnh “Dịch đoạn này sang tiếng Anh.” đang thiếu gì? Em hãy viết lại.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10047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1239</Words>
  <Application>Microsoft Office PowerPoint</Application>
  <PresentationFormat>Widescreen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Một câu lệnh tốt cần những gì?</vt:lpstr>
      <vt:lpstr>Hôm nay chúng ta làm gì?</vt:lpstr>
      <vt:lpstr>Hai bạn, một đề bài</vt:lpstr>
      <vt:lpstr>Yêu cầu quan trọng nhất: mục tiêu</vt:lpstr>
      <vt:lpstr>Sáu yêu cầu, sáu câu hỏi</vt:lpstr>
      <vt:lpstr>Bối cảnh, vai trò</vt:lpstr>
      <vt:lpstr>Ràng buộc, định dạng, tiêu chí</vt:lpstr>
      <vt:lpstr>Yêu cầu thứ bảy: an toàn</vt:lpstr>
      <vt:lpstr>Câu lệnh tốt là đủ, không phải dài</vt:lpstr>
      <vt:lpstr>Chẩn đoán một câu lệnh</vt:lpstr>
      <vt:lpstr>Chẩn đoán và sửa câu lệnh</vt:lpstr>
      <vt:lpstr>Nhiệm vụ 1: câu lệnh này thiếu gì?</vt:lpstr>
      <vt:lpstr>Nhiệm vụ 2: viết lại cho đủ</vt:lpstr>
      <vt:lpstr>Bảng kiểm trước khi gửi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10.8. Một câu lệnh tốt cần những gì?</dc:title>
  <dc:subject>Trí tuệ nhân tạo</dc:subject>
  <cp:lastModifiedBy>Phạm Văn Tú</cp:lastModifiedBy>
  <cp:revision>1</cp:revision>
  <dcterms:created xsi:type="dcterms:W3CDTF">2026-10-08T11:00:14Z</dcterms:created>
  <dcterms:modified xsi:type="dcterms:W3CDTF">2026-10-10T03:29:02Z</dcterms:modified>
  <dc:description>Email: phamtund@gmail.com</dc:description>
  <dc:creator>Phạm Văn Tú</dc:creator>
  <cp:category>Trí tuệ nhân tạo</cp:category>
  <cp:keywords>Trí tuệ nhân tạo</cp:keywords>
</cp:coreProperties>
</file>