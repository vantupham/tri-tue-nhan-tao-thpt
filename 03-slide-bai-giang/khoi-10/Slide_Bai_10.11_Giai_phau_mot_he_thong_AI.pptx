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19B66AE1-C21D-7810-42D8-1D38505BAEE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Giải phẫu theo nhóm" id="{5F9B87EF-299A-82F0-5DA6-50D913036F45}">
          <p14:sldIdLst>
            <p14:sldId id="266"/>
            <p14:sldId id="267"/>
            <p14:sldId id="268"/>
            <p14:sldId id="269"/>
          </p14:sldIdLst>
        </p14:section>
        <p14:section name="Tổng kết" id="{AEB6E1A5-C61E-638E-0AAB-B46E1DE53629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60F511-FEBB-4210-8B36-45C175A75262}" v="1" dt="2026-10-10T03:30:41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30:41.550" v="3"/>
      <pc:docMkLst>
        <pc:docMk/>
      </pc:docMkLst>
      <pc:sldChg chg="modSp mod">
        <pc:chgData name="Phạm Văn Tú" userId="67199c852bdd6d1b" providerId="LiveId" clId="{CB377567-0116-4044-BB7C-6E46B7A5C596}" dt="2026-10-10T03:30:29.607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30:29.607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30:41.550" v="3"/>
        <pc:sldMkLst>
          <pc:docMk/>
          <pc:sldMk cId="157841027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27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giấy A3, thẻ hệ thống AI cho nhóm, Phiếu ra cửa có sơ đồ ô trống. Thời lượng từng hoạt động trên slide là gợi ý, giáo viên đối chiếu với kế hoạch bài dạy.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10.1 đã nói hệ thống AI luôn có con người. Hôm nay mở hệ thống ra xem bên 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(5 phút). Tình huống giả định, dùng xuyên suốt bài này và Bài 10.12. Ghi mọi ý kiến lên bảng, lát nữa xếp vào năm thành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(15 phút). Cho học sinh thử viết mục tiêu của ứng dụng bản đồ theo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Phản hồi quay về dữ liệu, tạo thành vòng. Học sinh vẽ sơ đồ này vào vở.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Quay lại các ý học sinh nêu ở phần khởi động, xếp vào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Cùng một thuật toán, dữ liệu khác nhau cho ra mô hình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Phép so sánh chỉ để dễ nhớ. Máy không “hiểu” như con người; nó tìm quy luật trong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giả định. Khi mục tiêu đổi, hỏi ngay: dữ liệu hiện có còn đủ và phù hợp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Nối lại Bài 10.1 và 10.2: con người kiểm soát hệ thống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Phát thẻ hệ thống.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giả định. Gợi ý: nhận câu hỏi của học sinh và đưa ra câu trả lời theo nội quy để học sinh biết quy định mà không phải tìm trong văn bản dài.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phút còn lại: trưng bày, hai nhóm nhận xét chéo. Sơ đồ A3 là minh chứng đánh giá thường xuyên.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giả định. Ô dữ liệu: cần lịch kiểm tra của từng lớp, và phải hỏi ai được phép cung cấp, ai cập nhật.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cho điểm. Gợi ý câu 2: dữ liệu, vì cần thông tin về sở thích đọc; phải hỏi thêm có được phép thu thập không. Giao nhiệm vụ: đọc trước Bài 10.12, nhóm chuẩn bị ý tưởng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41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10.11 · Giải phẫu một hệ thống 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Giải phẫu một hệ thống AI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10.11 · Chuyên đề 10.4: Dữ liệu và hệ thống AI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Viết</a:t>
            </a:r>
            <a:r>
              <a:rPr lang="en-US" sz="2800" dirty="0">
                <a:solidFill>
                  <a:schemeClr val="tx1"/>
                </a:solidFill>
              </a:rPr>
              <a:t> mục tiêu của một hệ thống AI theo mẫu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năm thành phần và mối liên hệ giữa chúng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Vẽ</a:t>
            </a:r>
            <a:r>
              <a:rPr lang="en-US" sz="2800" dirty="0">
                <a:solidFill>
                  <a:schemeClr val="tx1"/>
                </a:solidFill>
              </a:rPr>
              <a:t> sơ đồ cho một hệ thống cụ thể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Trạm phân loại rác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15'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Mục tiêu, năm thành phần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20'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Giải phẫu theo nhóm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Trạm phân loại rác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Ở sân trường có một trạm phân loại rác thông minh. Em đưa một vỏ hộp vào, màn hình hiện: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“Tái chế. Mức chắc chắn: 92%.”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Để hiện được dòng chữ đó, bên trong trạm phải có những gì?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Bắt đầu từ mục tiêu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Mẫu câu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Hệ thống nhận ... và đưa ra ... để ...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Trạm rác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Nhận ảnh một món rác và đưa ra loại rác để người dùng bỏ đúng thùng.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Mục tiêu quyết định mọi thành phần còn lại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Năm thành phần, một vòng khép kín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1956816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Dữ liệu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ví dụ để học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53462" y="2258568"/>
            <a:ext cx="224028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825496" y="1737360"/>
            <a:ext cx="1956816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916936" y="173736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Thuật toán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825496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cách học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30318" y="2258568"/>
            <a:ext cx="224028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02352" y="1737360"/>
            <a:ext cx="1956816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193792" y="173736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Mô hình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102352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thứ có sau khi học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07174" y="2258568"/>
            <a:ext cx="224028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79208" y="1737360"/>
            <a:ext cx="1956816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470648" y="173736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Đầu ra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379208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kết quả cho người dùng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384030" y="2258568"/>
            <a:ext cx="224028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656064" y="1737360"/>
            <a:ext cx="1956816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747504" y="173736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Phản hồi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656064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đúng hay sai, quay lại sửa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accent4"/>
                </a:solidFill>
              </a:rPr>
              <a:t>↺  phản hồi quay về dữ liệu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Năm thành phần ở trạm phân loại rác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Thành phần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Ở trạm rác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Dữ liệu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Hàng nghìn ảnh rác đã gắn nhãn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Thuật toán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Cách máy tìm đặc điểm chung của từng loại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Mô hình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“Bộ nhận biết” đặt trong trạm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Đầu ra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“Tái chế. Mức chắc chắn: 92%”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Phản hồi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Nút “Máy đoán sai” để người dùng báo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Thuật toán và mô hình: dễ nhầm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Thuật toán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Cách học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Có trước khi học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Giống phương pháp ôn tập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Mô hình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Kết quả của việc học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Có sau khi học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Giống hiểu biết trong đầu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So sánh: mùa ôn thi của Lan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Hệ thống AI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Lan ôn thi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Dữ liệu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Đề cương và bài tập mẫu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Thuật toán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Cách Lan ôn: làm bài, sửa lỗi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Mô hình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Hiểu biết Lan có sau khi ôn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Đầu ra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Bài làm trong phòng thi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Phản hồi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Lời phê, Lan ôn lại phần sai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Mục tiêu đổi, thành phần đổi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Mục tiêu cũ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Phân loại rác vào ba thùng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Dữ liệu: ảnh rác có nhãn loại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Đầu ra: tên thùng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Mục tiêu mới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Đếm lượng nhựa mỗi tuần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Dữ liệu: thêm khối lượng, ngày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Đầu ra: con số, biểu đồ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Thành phần phải xem lại đầu tiên: dữ liệu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Con người ở mọi thành phần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3568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243840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Chọn mục tiêu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12920" y="1554480"/>
            <a:ext cx="353568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9580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9580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273040" y="1627632"/>
            <a:ext cx="243840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Thu thập và gắn nhãn dữ liệu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77200" y="1554480"/>
            <a:ext cx="353568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6008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6008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037320" y="1627632"/>
            <a:ext cx="243840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Chọn cách học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3314700"/>
            <a:ext cx="353568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152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387852"/>
            <a:ext cx="243840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Kiểm tra mô hình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4312920" y="3314700"/>
            <a:ext cx="353568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49580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49580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273040" y="3387852"/>
            <a:ext cx="243840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Quyết định dùng đầu ra thế nào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8077200" y="3314700"/>
            <a:ext cx="353568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6008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26008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037320" y="3387852"/>
            <a:ext cx="243840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Đọc phản hồi và sửa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Không thành phần nào “tự chạy” mà không có ai chịu trách nhiệm</a:t>
            </a:r>
            <a:endParaRPr lang="en-US" sz="2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Giải phẫu theo nhóm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20 phút · Giấy A3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Hệ thống của nhóm em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Trợ lí hỏi đáp nội quy của trường: học sinh gõ câu hỏi, trợ lí trả lời dựa trên văn bản nội quy.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Mỗi nhóm nhận thẻ này hoặc một thẻ khác do giáo viên phát.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Mục tiêu của hệ thống là gì? Viết theo mẫu “nhận ... đưa ra ... để ...”.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vụ: vẽ sơ đồ giải phẫu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14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Vẽ năm thành phần của hệ thống trên giấy A3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Viết mục tiêu ở đầu trang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Vẽ năm ô, ghi nội dung cụ thể cho từng ô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Vẽ mũi tên phản hồi quay về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Ghi tên một người chịu trách nhiệm ở mỗi ô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Tự soát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Ô nào còn ghi chung chung như “dữ liệu” thì chưa đạt. Phải ghi dữ liệu gì.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Thử đổi mục tiêu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Nhà trường muốn trợ lí nội quy làm thêm một việc: nhắc lịch kiểm tra cho từng lớp.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Trên sơ đồ của nhóm em, ô nào phải sửa trước tiên? Vì sao?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Mục tiêu: </a:t>
            </a:r>
            <a:r>
              <a:rPr lang="en-US" sz="3200" b="1" dirty="0">
                <a:solidFill>
                  <a:schemeClr val="tx2"/>
                </a:solidFill>
              </a:rPr>
              <a:t>“nhận ... đưa ra ... để ...”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Năm thành phần: </a:t>
            </a:r>
            <a:r>
              <a:rPr lang="en-US" sz="3200" b="1" dirty="0">
                <a:solidFill>
                  <a:schemeClr val="tx2"/>
                </a:solidFill>
              </a:rPr>
              <a:t>dữ liệu, thuật toán, mô hình, đầu ra, phản hồi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Thuật toán</a:t>
            </a:r>
            <a:r>
              <a:rPr lang="en-US" sz="3200" dirty="0">
                <a:solidFill>
                  <a:schemeClr val="tx1"/>
                </a:solidFill>
              </a:rPr>
              <a:t> là cách học, </a:t>
            </a:r>
            <a:r>
              <a:rPr lang="en-US" sz="3200" b="1" dirty="0">
                <a:solidFill>
                  <a:schemeClr val="tx2"/>
                </a:solidFill>
              </a:rPr>
              <a:t>mô hình</a:t>
            </a:r>
            <a:r>
              <a:rPr lang="en-US" sz="3200" dirty="0">
                <a:solidFill>
                  <a:schemeClr val="tx1"/>
                </a:solidFill>
              </a:rPr>
              <a:t> là thứ có sau khi học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Mục tiêu đổi thì </a:t>
            </a:r>
            <a:r>
              <a:rPr lang="en-US" sz="3200" b="1" dirty="0">
                <a:solidFill>
                  <a:schemeClr val="tx2"/>
                </a:solidFill>
              </a:rPr>
              <a:t>thành phần đổi</a:t>
            </a:r>
            <a:r>
              <a:rPr lang="en-US" sz="3200" dirty="0">
                <a:solidFill>
                  <a:schemeClr val="tx1"/>
                </a:solidFill>
              </a:rPr>
              <a:t>, bắt đầu từ dữ liệu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Ghi tên thành phần còn thiếu vào các ô trống trên sơ đồ trong phiếu.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356616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7033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Thư viện trường đổi mục tiêu của hệ thống thành “gợi ý sách theo sở thích”. Thành phần nào phải đổi trước? Vì sao?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739DF9-4DB4-2556-E5C3-E8D4250B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10275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Widescreen</PresentationFormat>
  <Paragraphs>187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Giải phẫu một hệ thống AI</vt:lpstr>
      <vt:lpstr>Hôm nay chúng ta làm gì?</vt:lpstr>
      <vt:lpstr>Trạm phân loại rác</vt:lpstr>
      <vt:lpstr>Bắt đầu từ mục tiêu</vt:lpstr>
      <vt:lpstr>Năm thành phần, một vòng khép kín</vt:lpstr>
      <vt:lpstr>Năm thành phần ở trạm phân loại rác</vt:lpstr>
      <vt:lpstr>Thuật toán và mô hình: dễ nhầm</vt:lpstr>
      <vt:lpstr>So sánh: mùa ôn thi của Lan</vt:lpstr>
      <vt:lpstr>Mục tiêu đổi, thành phần đổi</vt:lpstr>
      <vt:lpstr>Con người ở mọi thành phần</vt:lpstr>
      <vt:lpstr>Giải phẫu theo nhóm</vt:lpstr>
      <vt:lpstr>Hệ thống của nhóm em</vt:lpstr>
      <vt:lpstr>Nhiệm vụ: vẽ sơ đồ giải phẫu</vt:lpstr>
      <vt:lpstr>Thử đổi mục tiêu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10.11. Giải phẫu một hệ thống AI</dc:title>
  <dc:subject>Trí tuệ nhân tạo</dc:subject>
  <cp:lastModifiedBy>Phạm Văn Tú</cp:lastModifiedBy>
  <cp:revision>1</cp:revision>
  <dcterms:created xsi:type="dcterms:W3CDTF">2026-10-08T11:00:36Z</dcterms:created>
  <dcterms:modified xsi:type="dcterms:W3CDTF">2026-10-10T03:30:43Z</dcterms:modified>
  <dc:description>Email: phamtund@gmail.com</dc:description>
  <dc:creator>Phạm Văn Tú</dc:creator>
  <cp:category>Trí tuệ nhân tạo</cp:category>
  <cp:keywords>Trí tuệ nhân tạo</cp:keywords>
</cp:coreProperties>
</file>