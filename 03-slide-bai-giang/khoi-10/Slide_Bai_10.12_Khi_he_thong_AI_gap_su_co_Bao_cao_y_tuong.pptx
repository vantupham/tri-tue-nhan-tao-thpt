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EFA6FF14-2F43-759B-6E70-F742135769B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ảng sự cố và báo cáo ý tưởng" id="{53FAB433-0DD6-ABF7-FE70-70E589E4C696}">
          <p14:sldIdLst>
            <p14:sldId id="266"/>
            <p14:sldId id="267"/>
            <p14:sldId id="268"/>
            <p14:sldId id="269"/>
          </p14:sldIdLst>
        </p14:section>
        <p14:section name="Tổng kết" id="{F66213B8-838E-978F-C14F-0A4E883CB4C9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93D149-38C1-4D39-B62D-B51DC3D6ADD4}" v="1" dt="2026-10-10T03:31:16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31:16.498" v="3"/>
      <pc:docMkLst>
        <pc:docMk/>
      </pc:docMkLst>
      <pc:sldChg chg="modSp mod">
        <pc:chgData name="Phạm Văn Tú" userId="67199c852bdd6d1b" providerId="LiveId" clId="{CB377567-0116-4044-BB7C-6E46B7A5C596}" dt="2026-10-10T03:31:03.873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31:03.873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31:16.498" v="3"/>
        <pc:sldMkLst>
          <pc:docMk/>
          <pc:sldMk cId="150743645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62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cuối năm học. Chuẩn bị: sơ đồ A3 của các nhóm từ Bài 10.11, Bảng sự cố, Phiếu nhận xét chéo, Phiếu tự đánh giá cuối năm (kiêm phiếu ra cửa).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10.11 xem hệ thống lúc mới làm xong. Bài này xem hệ thống sau một thời gian chạy.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(4 phút). Tình huống giả định, nối tiếp Bài 10.11. Thế giới quanh máy đổi: căng tin bán loại hộp mới, bao bì đổi mẫu, camera bị bám bụi. Dữ liệu máy đã học không còn khớp với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(10 phút). Ba slide sau đi qua từng cặp.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loại này liên quan trực tiếp đến dữ liệu, đã học ở Bài 10.10.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Vụ Moffatt v. Air Canada (Canada, 2024). Hãng lập luận trợ lí là một thực thể riêng; lập luận này không được chấp nhận.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Chuyện có thật: tháng 3/2016, Microsoft đưa trợ lí trò chuyện Tay lên mạng xã hội; một số người dùng cố tình dạy nó nói lời xúc phạm, hãng phải gỡ sau chưa đầy một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khép kín ở Bài 10.11 bị đứt đúng ở mũi tên phản hồi.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giả định. Điểm quan trọng: mỗi sự cố có dấu hiệu nhận biết và có người chịu trách nhiệm.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Nối với Bài 10.2: bốn việc kiểm soát AI, trong đó có quyền dừng.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Các nhóm lấy lại sơ đồ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Dán bảng sự cố cạnh sơ đồ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đồ, bảng sự cố và phần trình bày là sản phẩm tổng kết chuyên đề; đánh giá bằng nhận xét, không cho điểm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(7 phút). Bốn chuyên đề, mười hai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bài và tổng kết năm.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Phiếu tự đánh giá cuối năm kiêm phiếu ra cửa; ba câu trên slide là gợi ý, giáo viên dùng phiếu in trong kế hoạch bài dạy. Không cho điểm. Giáo viên tổng hợp để điều chỉnh kế hoạch năm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5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10.12 · Khi hệ thống AI gặp sự cố. Báo cáo ý tưởng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Khi hệ thống AI gặp sự cố. Báo cáo ý tưởng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10.12 · Chuyên đề 10.4: Dữ liệu và hệ thống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sáu loại vấn đề khi vận hành hệ thống AI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Lập</a:t>
            </a:r>
            <a:r>
              <a:rPr lang="en-US" sz="2800" dirty="0">
                <a:solidFill>
                  <a:schemeClr val="tx1"/>
                </a:solidFill>
              </a:rPr>
              <a:t> bảng sự cố cho hệ thống của nhóm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Báo cáo</a:t>
            </a:r>
            <a:r>
              <a:rPr lang="en-US" sz="2800" dirty="0">
                <a:solidFill>
                  <a:schemeClr val="tx1"/>
                </a:solidFill>
              </a:rPr>
              <a:t> ý tưởng và tự nhìn lại cả năm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Trạm rác xuống phong độ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10'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Sáu loại vấn đề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24'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Bảng sự cố, báo cáo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7'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Nhìn lại cả năm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tháng sau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Trạm phân loại rác ở sân trường bắt đầu đoán sai nhiều hơn. Không ai sửa gì vào máy cả.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Máy không đổi. Vậy cái gì đã đổi?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Sáu loại vấn đề khi vận hành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2974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2974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Dữ liệu lỗi thời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12920" y="155448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95800" y="22974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95800" y="22974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273040" y="162763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Đầu ra sai, thiên lệch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077200" y="155448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60080" y="22974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60080" y="22974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037320" y="162763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Quá tải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48640" y="386334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1520" y="460629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460629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93649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Bị dùng sai mục đích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4312920" y="386334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495800" y="460629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495800" y="460629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273040" y="393649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Được chỉ số này, hỏng chỉ số khác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8077200" y="3863340"/>
            <a:ext cx="3535680" cy="2080260"/>
          </a:xfrm>
          <a:prstGeom prst="roundRect">
            <a:avLst>
              <a:gd name="adj" fmla="val 5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60080" y="460629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260080" y="460629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037320" y="3936492"/>
            <a:ext cx="24384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Kênh phản hồi không hoạt động</a:t>
            </a:r>
            <a:endParaRPr lang="en-US" sz="2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Dữ liệu lỗi thời, đầu ra sai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Dữ liệu lỗi thời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Thế giới đổi, máy vẫn dùng điều đã học từ trước.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Trạm rác gặp bao bì mới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Đầu ra sai, thiên lệch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Hệ thống trả lời sai mà người dùng tin theo.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Chuyện có thật ở slide sau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Chuyện có thật: trợ lí trả lời sai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Sự việc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Trợ lí trò chuyện của một hãng hàng không đưa thông tin sai về chính sách hoàn tiền vé.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Kết quả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Năm 2024, cơ quan phân xử buộc hãng bồi thường cho hành khách.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Đơn vị vận hành chịu trách nhiệm về điều hệ thống AI nói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Quá tải, bị dùng sai mục đích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Quá tải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Quá nhiều người dùng cùng lúc, hệ thống chậm hoặc ngừng.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Giờ ra chơi ở trạm rác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Bị dùng sai mục đích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Người dùng cố tình lái hệ thống làm việc xấu.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Chuyện Tay, năm 2016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Lệch chỉ số, tắc phản hồi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Được chỉ số này, hỏng chỉ số khác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Chạy theo một con số, quên điều thật sự cần.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Phân loại nhanh hơn nhưng sai nhiều hơn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Kênh phản hồi không hoạt động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Người dùng báo lỗi mà không ai đọc.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Nút “Máy đoán sai” bị hỏng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Mất phản hồi là mất khả năng tự sửa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Bảng sự cố mẫu: trạm phân loại rác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Sự cố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Dấu hiệu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Ai xử lí, làm gì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Dữ liệu lỗi thời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Sai nhiều với hộp mới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Nhóm phụ trách bổ sung ảnh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Quá tải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Xếp hàng giờ ra chơi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Thêm thùng thường bên cạnh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Tắc phản hồi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Không ai báo lỗi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Kiểm tra nút báo hằng tuần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Khi phát hiện sự cố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Nhận ra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theo dấu hiệu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04038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2900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52044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Tạm dừng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nếu có thể gây hại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2074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0080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Báo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cho người chịu trách nhiệm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80110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8972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28116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Sửa và ghi lại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để lần sau tránh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 người phải luôn giữ quyền dừng hệ thống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Bảng sự cố và báo cáo ý tưởng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24 phút · Làm việc nhóm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1: lập bảng sự cố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9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Dự đoán ba sự cố cho hệ thống trên sơ đồ A3 của nhóm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Chọn ba loại trong sáu loại vấn đề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Ghi dấu hiệu nhận biết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Ghi ai xử lí và làm gì trước tiên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Tự soát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Có sự cố nào ảnh hưởng đến con người mà chưa có ai giữ quyền dừng không?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2: báo cáo ý tưởng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15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Mỗi nhóm trình bày 2 phút, nhóm khác nhận xét chéo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Mục tiêu của hệ thống, theo mẫu câu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Năm thành phần trên sơ đồ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Một sự cố đáng lo nhất và cách xử lí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Nhận xét chéo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Một điều nhóm bạn làm tốt. Một câu hỏi cho nhóm bạn.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Nhìn lại cả năm lớp 10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 người kiểm soát hệ thống AI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19506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7794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7794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5518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Dùng AI đúng pháp luật, có đạo đức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Đặt câu lệnh và kiểm chứng kết quả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19506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7794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7794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5518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Dữ liệu và năm thành phần của hệ thống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Lớp 11: em sẽ tự dạy một mô hình nhỏ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Hệ thống AI có thể </a:t>
            </a:r>
            <a:r>
              <a:rPr lang="en-US" sz="3200" b="1" dirty="0">
                <a:solidFill>
                  <a:schemeClr val="tx2"/>
                </a:solidFill>
              </a:rPr>
              <a:t>xuống phong độ</a:t>
            </a:r>
            <a:r>
              <a:rPr lang="en-US" sz="3200" dirty="0">
                <a:solidFill>
                  <a:schemeClr val="tx1"/>
                </a:solidFill>
              </a:rPr>
              <a:t> dù không ai sửa nó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Sáu loại vấn đề, mỗi loại cần </a:t>
            </a:r>
            <a:r>
              <a:rPr lang="en-US" sz="3200" b="1" dirty="0">
                <a:solidFill>
                  <a:schemeClr val="tx2"/>
                </a:solidFill>
              </a:rPr>
              <a:t>dấu hiệu</a:t>
            </a:r>
            <a:r>
              <a:rPr lang="en-US" sz="3200" dirty="0">
                <a:solidFill>
                  <a:schemeClr val="tx1"/>
                </a:solidFill>
              </a:rPr>
              <a:t> và </a:t>
            </a:r>
            <a:r>
              <a:rPr lang="en-US" sz="3200" b="1" dirty="0">
                <a:solidFill>
                  <a:schemeClr val="tx2"/>
                </a:solidFill>
              </a:rPr>
              <a:t>người xử lí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Kênh phản hồi</a:t>
            </a:r>
            <a:r>
              <a:rPr lang="en-US" sz="3200" dirty="0">
                <a:solidFill>
                  <a:schemeClr val="tx1"/>
                </a:solidFill>
              </a:rPr>
              <a:t> là thứ giúp hệ thống tự sửa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Con người luôn giữ </a:t>
            </a:r>
            <a:r>
              <a:rPr lang="en-US" sz="3200" b="1" dirty="0">
                <a:solidFill>
                  <a:schemeClr val="tx2"/>
                </a:solidFill>
              </a:rPr>
              <a:t>quyền dừng</a:t>
            </a:r>
            <a:r>
              <a:rPr lang="en-US" sz="3200" dirty="0">
                <a:solidFill>
                  <a:schemeClr val="tx1"/>
                </a:solidFill>
              </a:rPr>
              <a:t> và </a:t>
            </a:r>
            <a:r>
              <a:rPr lang="en-US" sz="3200" b="1" dirty="0">
                <a:solidFill>
                  <a:schemeClr val="tx2"/>
                </a:solidFill>
              </a:rPr>
              <a:t>trách nhiệm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Điều em hiểu rõ nhất sau một năm học về AI là gì?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269748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Điều em còn băn khoăn hoặc muốn học tiếp ở lớp 11 là gì?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94960" y="443484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3560" y="4663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6235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Một thói quen em sẽ giữ khi dùng AI cho việc học.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36454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181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Khi hệ thống AI gặp sự cố. Báo cáo ý tưởng</vt:lpstr>
      <vt:lpstr>Hôm nay chúng ta làm gì?</vt:lpstr>
      <vt:lpstr>Ba tháng sau</vt:lpstr>
      <vt:lpstr>Sáu loại vấn đề khi vận hành</vt:lpstr>
      <vt:lpstr>Dữ liệu lỗi thời, đầu ra sai</vt:lpstr>
      <vt:lpstr>Chuyện có thật: trợ lí trả lời sai</vt:lpstr>
      <vt:lpstr>Quá tải, bị dùng sai mục đích</vt:lpstr>
      <vt:lpstr>Lệch chỉ số, tắc phản hồi</vt:lpstr>
      <vt:lpstr>Bảng sự cố mẫu: trạm phân loại rác</vt:lpstr>
      <vt:lpstr>Khi phát hiện sự cố</vt:lpstr>
      <vt:lpstr>Bảng sự cố và báo cáo ý tưởng</vt:lpstr>
      <vt:lpstr>Nhiệm vụ 1: lập bảng sự cố</vt:lpstr>
      <vt:lpstr>Nhiệm vụ 2: báo cáo ý tưởng</vt:lpstr>
      <vt:lpstr>Nhìn lại cả năm lớp 10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10.12. Khi hệ thống AI gặp sự cố. Báo cáo ý tưởng</dc:title>
  <dc:subject>Trí tuệ nhân tạo</dc:subject>
  <cp:lastModifiedBy>Phạm Văn Tú</cp:lastModifiedBy>
  <cp:revision>1</cp:revision>
  <dcterms:created xsi:type="dcterms:W3CDTF">2026-10-08T11:00:14Z</dcterms:created>
  <dcterms:modified xsi:type="dcterms:W3CDTF">2026-10-10T03:31:16Z</dcterms:modified>
  <dc:description>Email: phamtund@gmail.com</dc:description>
  <dc:creator>Phạm Văn Tú</dc:creator>
  <cp:category>Trí tuệ nhân tạo</cp:category>
  <cp:keywords>Trí tuệ nhân tạo</cp:keywords>
</cp:coreProperties>
</file>